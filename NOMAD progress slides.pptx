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3"/>
  </p:notesMasterIdLst>
  <p:sldIdLst>
    <p:sldId id="259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6" r:id="rId20"/>
    <p:sldId id="277" r:id="rId21"/>
    <p:sldId id="275" r:id="rId22"/>
  </p:sldIdLst>
  <p:sldSz cx="9144000" cy="5143500" type="screen16x9"/>
  <p:notesSz cx="17543463" cy="249951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5033" autoAdjust="0"/>
  </p:normalViewPr>
  <p:slideViewPr>
    <p:cSldViewPr snapToGrid="0">
      <p:cViewPr varScale="1">
        <p:scale>
          <a:sx n="109" d="100"/>
          <a:sy n="109" d="100"/>
        </p:scale>
        <p:origin x="734" y="8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Štěpánka Lanková" userId="9a59214ec428f463" providerId="LiveId" clId="{19AEB634-4B1A-4882-9D4D-EF58C4B71A74}"/>
    <pc:docChg chg="undo custSel addSld delSld modSld sldOrd modNotesMaster">
      <pc:chgData name="Štěpánka Lanková" userId="9a59214ec428f463" providerId="LiveId" clId="{19AEB634-4B1A-4882-9D4D-EF58C4B71A74}" dt="2026-07-23T09:20:28.563" v="2738" actId="20577"/>
      <pc:docMkLst>
        <pc:docMk/>
      </pc:docMkLst>
      <pc:sldChg chg="modSp mod">
        <pc:chgData name="Štěpánka Lanková" userId="9a59214ec428f463" providerId="LiveId" clId="{19AEB634-4B1A-4882-9D4D-EF58C4B71A74}" dt="2026-07-23T09:20:28.563" v="2738" actId="20577"/>
        <pc:sldMkLst>
          <pc:docMk/>
          <pc:sldMk cId="39799774" sldId="259"/>
        </pc:sldMkLst>
        <pc:spChg chg="mod">
          <ac:chgData name="Štěpánka Lanková" userId="9a59214ec428f463" providerId="LiveId" clId="{19AEB634-4B1A-4882-9D4D-EF58C4B71A74}" dt="2026-07-23T09:20:28.563" v="2738" actId="20577"/>
          <ac:spMkLst>
            <pc:docMk/>
            <pc:sldMk cId="39799774" sldId="259"/>
            <ac:spMk id="3" creationId="{688CD139-12A2-F860-4096-8245F84A59DF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7602167" cy="1254099"/>
          </a:xfrm>
          <a:prstGeom prst="rect">
            <a:avLst/>
          </a:prstGeom>
        </p:spPr>
        <p:txBody>
          <a:bodyPr vert="horz" lIns="243064" tIns="121533" rIns="243064" bIns="121533" rtlCol="0"/>
          <a:lstStyle>
            <a:lvl1pPr algn="l">
              <a:defRPr sz="33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9937236" y="1"/>
            <a:ext cx="7602167" cy="1254099"/>
          </a:xfrm>
          <a:prstGeom prst="rect">
            <a:avLst/>
          </a:prstGeom>
        </p:spPr>
        <p:txBody>
          <a:bodyPr vert="horz" lIns="243064" tIns="121533" rIns="243064" bIns="121533" rtlCol="0"/>
          <a:lstStyle>
            <a:lvl1pPr algn="r">
              <a:defRPr sz="3300"/>
            </a:lvl1pPr>
          </a:lstStyle>
          <a:p>
            <a:fld id="{9BA1DE27-7A84-4266-A06F-D239B733BD9E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73175" y="3124200"/>
            <a:ext cx="14997113" cy="843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243064" tIns="121533" rIns="243064" bIns="121533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754347" y="12028934"/>
            <a:ext cx="14034770" cy="9841856"/>
          </a:xfrm>
          <a:prstGeom prst="rect">
            <a:avLst/>
          </a:prstGeom>
        </p:spPr>
        <p:txBody>
          <a:bodyPr vert="horz" lIns="243064" tIns="121533" rIns="243064" bIns="121533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23741095"/>
            <a:ext cx="7602167" cy="1254095"/>
          </a:xfrm>
          <a:prstGeom prst="rect">
            <a:avLst/>
          </a:prstGeom>
        </p:spPr>
        <p:txBody>
          <a:bodyPr vert="horz" lIns="243064" tIns="121533" rIns="243064" bIns="121533" rtlCol="0" anchor="b"/>
          <a:lstStyle>
            <a:lvl1pPr algn="l">
              <a:defRPr sz="33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9937236" y="23741095"/>
            <a:ext cx="7602167" cy="1254095"/>
          </a:xfrm>
          <a:prstGeom prst="rect">
            <a:avLst/>
          </a:prstGeom>
        </p:spPr>
        <p:txBody>
          <a:bodyPr vert="horz" lIns="243064" tIns="121533" rIns="243064" bIns="121533" rtlCol="0" anchor="b"/>
          <a:lstStyle>
            <a:lvl1pPr algn="r">
              <a:defRPr sz="3300"/>
            </a:lvl1pPr>
          </a:lstStyle>
          <a:p>
            <a:fld id="{4EB4A203-00EC-4901-88E0-8CCED2D0DB8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752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1pPr>
    <a:lvl2pPr marL="384028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2pPr>
    <a:lvl3pPr marL="768056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3pPr>
    <a:lvl4pPr marL="1152084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4pPr>
    <a:lvl5pPr marL="1536112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5pPr>
    <a:lvl6pPr marL="1920140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6pPr>
    <a:lvl7pPr marL="2304168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7pPr>
    <a:lvl8pPr marL="2688195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8pPr>
    <a:lvl9pPr marL="3072224" algn="l" defTabSz="768056" rtl="0" eaLnBrk="1" latinLnBrk="0" hangingPunct="1">
      <a:defRPr sz="1008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3175" y="3124200"/>
            <a:ext cx="14997113" cy="843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choose the </a:t>
            </a:r>
            <a:r>
              <a:rPr lang="en-US" dirty="0" err="1"/>
              <a:t>wavelengh</a:t>
            </a:r>
            <a:r>
              <a:rPr lang="en-US" dirty="0"/>
              <a:t> → manual </a:t>
            </a:r>
            <a:r>
              <a:rPr lang="en-US"/>
              <a:t>wavelength input,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4A203-00EC-4901-88E0-8CCED2D0DB8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117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3175" y="3124200"/>
            <a:ext cx="14997113" cy="843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4A203-00EC-4901-88E0-8CCED2D0DB8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0508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73175" y="3124200"/>
            <a:ext cx="14997113" cy="84359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EB4A203-00EC-4901-88E0-8CCED2D0DB8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749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58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554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10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2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6277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86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84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4053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5465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9417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255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8B5CA1-D1EF-4043-83D6-3402AE37EAD6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278141-618B-44BA-943F-DB18E33A9C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6556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pymatgen.org/pymatgen.analysis.diffraction.html#module-pymatgen.analysis.diffraction.xrd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7137A-7517-F6E9-D239-9B25B3D3732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NOMAD progress slides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8CD139-12A2-F860-4096-8245F84A59D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Stepanka</a:t>
            </a:r>
            <a:r>
              <a:rPr lang="en-US"/>
              <a:t> Lankova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99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85ABD-5571-3D1D-7F1D-3BD8CEE23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NOMAD Oasis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A7C166-7F0B-05F0-ECF1-40E4FF94B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Docker</a:t>
            </a:r>
            <a:r>
              <a:rPr lang="en-US" dirty="0"/>
              <a:t> – package everything an app needs (code, libraries, setting…)</a:t>
            </a:r>
          </a:p>
          <a:p>
            <a:r>
              <a:rPr lang="en-US" b="1" dirty="0"/>
              <a:t>Docker image </a:t>
            </a:r>
            <a:r>
              <a:rPr lang="en-US" dirty="0"/>
              <a:t>–  the blueprint or “recipe”</a:t>
            </a:r>
          </a:p>
          <a:p>
            <a:r>
              <a:rPr lang="en-US" b="1" dirty="0"/>
              <a:t>Docker container </a:t>
            </a:r>
            <a:r>
              <a:rPr lang="en-US" dirty="0"/>
              <a:t>– the running instance built from the blueprint</a:t>
            </a:r>
          </a:p>
          <a:p>
            <a:endParaRPr lang="en-US" dirty="0"/>
          </a:p>
          <a:p>
            <a:r>
              <a:rPr lang="en-US" dirty="0"/>
              <a:t>custom image → custom container app with GUI</a:t>
            </a:r>
          </a:p>
          <a:p>
            <a:r>
              <a:rPr lang="en-US" dirty="0"/>
              <a:t>image can be edited by admins</a:t>
            </a:r>
          </a:p>
        </p:txBody>
      </p:sp>
      <p:pic>
        <p:nvPicPr>
          <p:cNvPr id="1026" name="Picture 2" descr="Logo, Icon, and Brand Guidelines | Docker">
            <a:extLst>
              <a:ext uri="{FF2B5EF4-FFF2-40B4-BE49-F238E27FC236}">
                <a16:creationId xmlns:a16="http://schemas.microsoft.com/office/drawing/2014/main" id="{4135810C-81E3-1341-CB02-0DB52ECD508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6" t="8379" r="2182" b="21129"/>
          <a:stretch>
            <a:fillRect/>
          </a:stretch>
        </p:blipFill>
        <p:spPr bwMode="auto">
          <a:xfrm>
            <a:off x="6566657" y="70249"/>
            <a:ext cx="2409466" cy="11977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7123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9DDEFE-9B67-BF42-568E-BBC640E2A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27.01.2026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536A4-0EBA-D196-247F-FD39E23A10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2" y="1369220"/>
            <a:ext cx="3989489" cy="3263503"/>
          </a:xfrm>
        </p:spPr>
        <p:txBody>
          <a:bodyPr>
            <a:normAutofit/>
          </a:bodyPr>
          <a:lstStyle/>
          <a:p>
            <a:r>
              <a:rPr lang="en-US" dirty="0"/>
              <a:t>Talk with Jes</a:t>
            </a:r>
          </a:p>
          <a:p>
            <a:r>
              <a:rPr lang="en-US" dirty="0"/>
              <a:t>XRD in NOMAD</a:t>
            </a:r>
          </a:p>
          <a:p>
            <a:pPr lvl="1"/>
            <a:r>
              <a:rPr lang="en-US" dirty="0"/>
              <a:t>Are the calculated data also uploaded into Origin?</a:t>
            </a:r>
          </a:p>
          <a:p>
            <a:pPr lvl="1"/>
            <a:r>
              <a:rPr lang="en-US" dirty="0"/>
              <a:t>Where are they coming from – how do I get them?</a:t>
            </a:r>
          </a:p>
          <a:p>
            <a:pPr lvl="1"/>
            <a:r>
              <a:rPr lang="en-US" dirty="0"/>
              <a:t>add an option to load more files for reference</a:t>
            </a:r>
          </a:p>
          <a:p>
            <a:r>
              <a:rPr lang="en-US" dirty="0"/>
              <a:t>Canada?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B3F2C9-8F67-1890-D073-DEB6C51B29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4327" y="379610"/>
            <a:ext cx="4495516" cy="4384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87070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D4E458-C153-2802-828E-423071451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26.02.2026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C00A70-A424-05DB-9DE0-530D33DA96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8126730" cy="3263503"/>
          </a:xfrm>
        </p:spPr>
        <p:txBody>
          <a:bodyPr>
            <a:normAutofit/>
          </a:bodyPr>
          <a:lstStyle/>
          <a:p>
            <a:r>
              <a:rPr lang="en-US" dirty="0"/>
              <a:t>implemented the reference files for .</a:t>
            </a:r>
            <a:r>
              <a:rPr lang="en-US" dirty="0" err="1"/>
              <a:t>cif</a:t>
            </a:r>
            <a:endParaRPr lang="en-US" dirty="0"/>
          </a:p>
          <a:p>
            <a:r>
              <a:rPr lang="en-US" dirty="0"/>
              <a:t>the coordinates are computed and graphed once the .</a:t>
            </a:r>
            <a:r>
              <a:rPr lang="en-US" dirty="0" err="1"/>
              <a:t>cif</a:t>
            </a:r>
            <a:r>
              <a:rPr lang="en-US" dirty="0"/>
              <a:t> is uploaded</a:t>
            </a:r>
          </a:p>
          <a:p>
            <a:r>
              <a:rPr lang="en-US" dirty="0"/>
              <a:t>shows structure of the reference molecule</a:t>
            </a:r>
          </a:p>
          <a:p>
            <a:r>
              <a:rPr lang="en-US" dirty="0"/>
              <a:t>one can upload the pictures of the setup, caption them </a:t>
            </a:r>
          </a:p>
          <a:p>
            <a:r>
              <a:rPr lang="en-US" dirty="0"/>
              <a:t>next: </a:t>
            </a:r>
            <a:r>
              <a:rPr lang="en-US" dirty="0" err="1"/>
              <a:t>luminiscence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7293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2A069-34AB-EB5C-80A5-D1B10863A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26.02.2026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701E2C7-9028-65EE-19AF-99CDA60A62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035" y="1487050"/>
            <a:ext cx="7059930" cy="3504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4087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9DECF6-A0F7-FC0B-1DAC-331D402941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8ED680-6ECC-81A8-9D3E-8BA3DDB353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26.02.2026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20245C-CF8B-AB76-5911-C22C71CFF4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8076" y="625427"/>
            <a:ext cx="4625924" cy="389264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46041F2-8263-1DF2-B611-7CE593CFF022}"/>
              </a:ext>
            </a:extLst>
          </p:cNvPr>
          <p:cNvSpPr txBox="1"/>
          <p:nvPr/>
        </p:nvSpPr>
        <p:spPr>
          <a:xfrm>
            <a:off x="83820" y="1498379"/>
            <a:ext cx="4488180" cy="128152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14335" indent="-214335">
              <a:buFont typeface="Arial" panose="020B0604020202020204" pitchFamily="34" charset="0"/>
              <a:buChar char="•"/>
            </a:pPr>
            <a:r>
              <a:rPr lang="en-US" sz="3062" dirty="0"/>
              <a:t>It computes a theoretical powder diffraction pattern with </a:t>
            </a:r>
            <a:r>
              <a:rPr lang="en-US" sz="3062" dirty="0" err="1"/>
              <a:t>pymatgen</a:t>
            </a:r>
            <a:r>
              <a:rPr lang="en-US" sz="3062" dirty="0"/>
              <a:t>:</a:t>
            </a:r>
          </a:p>
          <a:p>
            <a:pPr marL="557270" lvl="1" indent="-214335">
              <a:buFont typeface="Arial" panose="020B0604020202020204" pitchFamily="34" charset="0"/>
              <a:buChar char="•"/>
            </a:pPr>
            <a:r>
              <a:rPr lang="en-US" sz="3062" dirty="0"/>
              <a:t>It instantiates </a:t>
            </a:r>
            <a:r>
              <a:rPr lang="en-US" sz="3062" dirty="0" err="1"/>
              <a:t>pymatgen.analysis.diffraction.xrd.XRDCalculator</a:t>
            </a:r>
            <a:r>
              <a:rPr lang="en-US" sz="3062" dirty="0"/>
              <a:t>. </a:t>
            </a:r>
          </a:p>
          <a:p>
            <a:pPr marL="557270" lvl="1" indent="-214335">
              <a:buFont typeface="Arial" panose="020B0604020202020204" pitchFamily="34" charset="0"/>
              <a:buChar char="•"/>
            </a:pPr>
            <a:r>
              <a:rPr lang="en-US" sz="3062" dirty="0"/>
              <a:t>It calls </a:t>
            </a:r>
            <a:r>
              <a:rPr lang="en-US" sz="3062" dirty="0" err="1"/>
              <a:t>get_pattern</a:t>
            </a:r>
            <a:r>
              <a:rPr lang="en-US" sz="3062" dirty="0"/>
              <a:t>(structure, </a:t>
            </a:r>
            <a:r>
              <a:rPr lang="en-US" sz="3062" dirty="0" err="1"/>
              <a:t>two_theta_range</a:t>
            </a:r>
            <a:r>
              <a:rPr lang="en-US" sz="3062" dirty="0"/>
              <a:t>=(min_2</a:t>
            </a:r>
            <a:r>
              <a:rPr lang="el-GR" sz="3062" dirty="0"/>
              <a:t>θ, </a:t>
            </a:r>
            <a:r>
              <a:rPr lang="en-US" sz="3062" dirty="0"/>
              <a:t>max_2</a:t>
            </a:r>
            <a:r>
              <a:rPr lang="el-GR" sz="3062" dirty="0"/>
              <a:t>θ)).</a:t>
            </a:r>
            <a:endParaRPr lang="en-US" sz="3062" dirty="0"/>
          </a:p>
          <a:p>
            <a:pPr marL="214335" indent="-214335">
              <a:buFont typeface="Arial" panose="020B0604020202020204" pitchFamily="34" charset="0"/>
              <a:buChar char="•"/>
            </a:pPr>
            <a:r>
              <a:rPr lang="en-US" sz="3062" dirty="0"/>
              <a:t>Result is a </a:t>
            </a:r>
            <a:r>
              <a:rPr lang="en-US" sz="3062" dirty="0" err="1"/>
              <a:t>pymatgen</a:t>
            </a:r>
            <a:r>
              <a:rPr lang="en-US" sz="3062" dirty="0"/>
              <a:t> pattern object containing:</a:t>
            </a:r>
          </a:p>
          <a:p>
            <a:pPr marL="557270" lvl="1" indent="-214335">
              <a:buFont typeface="Arial" panose="020B0604020202020204" pitchFamily="34" charset="0"/>
              <a:buChar char="•"/>
            </a:pPr>
            <a:r>
              <a:rPr lang="en-US" sz="3062" dirty="0"/>
              <a:t>peak positions in 2</a:t>
            </a:r>
            <a:r>
              <a:rPr lang="el-GR" sz="3062" dirty="0"/>
              <a:t>θ (</a:t>
            </a:r>
            <a:r>
              <a:rPr lang="en-US" sz="3062" dirty="0"/>
              <a:t>degrees)</a:t>
            </a:r>
          </a:p>
          <a:p>
            <a:pPr marL="557270" lvl="1" indent="-214335">
              <a:buFont typeface="Arial" panose="020B0604020202020204" pitchFamily="34" charset="0"/>
              <a:buChar char="•"/>
            </a:pPr>
            <a:r>
              <a:rPr lang="en-US" sz="3062" dirty="0"/>
              <a:t>corresponding simulated intensities (typically normalized so max is ~100)</a:t>
            </a:r>
          </a:p>
          <a:p>
            <a:endParaRPr lang="en-US" sz="3062" dirty="0"/>
          </a:p>
          <a:p>
            <a:r>
              <a:rPr lang="en-US" sz="3062" dirty="0">
                <a:hlinkClick r:id="rId4"/>
              </a:rPr>
              <a:t>https://pymatgen.org/pymatgen.analysis.diffraction.html#module-pymatgen.analysis.diffraction.xrd</a:t>
            </a:r>
            <a:endParaRPr lang="en-US" sz="3062" dirty="0"/>
          </a:p>
        </p:txBody>
      </p:sp>
    </p:spTree>
    <p:extLst>
      <p:ext uri="{BB962C8B-B14F-4D97-AF65-F5344CB8AC3E}">
        <p14:creationId xmlns:p14="http://schemas.microsoft.com/office/powerpoint/2010/main" val="958749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DFAC3A-7741-0F1F-DE41-81CA4EA5C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12.03.2026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6A168B-1A44-5643-2BE9-8B2611E73D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3240612" cy="3263503"/>
          </a:xfrm>
        </p:spPr>
        <p:txBody>
          <a:bodyPr/>
          <a:lstStyle/>
          <a:p>
            <a:r>
              <a:rPr lang="en-US" dirty="0"/>
              <a:t>Happy (yesterday’s) Birthday!</a:t>
            </a:r>
          </a:p>
          <a:p>
            <a:r>
              <a:rPr lang="en-US" dirty="0"/>
              <a:t>implemented the XRD peaks</a:t>
            </a:r>
          </a:p>
          <a:p>
            <a:r>
              <a:rPr lang="en-US" dirty="0"/>
              <a:t>origin file interpretation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2886EF-408B-A8BE-769A-FD59CF990C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9262" y="446280"/>
            <a:ext cx="5274738" cy="4423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82429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D6A09-540F-A55A-20BD-D38F208AC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09.04.2026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F16A-85D2-9578-551A-49362F24DC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3486150" cy="3263503"/>
          </a:xfrm>
        </p:spPr>
        <p:txBody>
          <a:bodyPr>
            <a:normAutofit/>
          </a:bodyPr>
          <a:lstStyle/>
          <a:p>
            <a:r>
              <a:rPr lang="en-US" dirty="0"/>
              <a:t>luminescence implemented (next slide)</a:t>
            </a:r>
          </a:p>
          <a:p>
            <a:r>
              <a:rPr lang="en-US" dirty="0"/>
              <a:t>user can select alpha</a:t>
            </a:r>
          </a:p>
          <a:p>
            <a:r>
              <a:rPr lang="en-US" dirty="0"/>
              <a:t>414.04 EUR not reimbursed ~ 30 hours</a:t>
            </a:r>
          </a:p>
          <a:p>
            <a:r>
              <a:rPr lang="en-US" dirty="0"/>
              <a:t>Trip to Kiel in </a:t>
            </a:r>
            <a:r>
              <a:rPr lang="en-US"/>
              <a:t>May?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77DF183-43FB-3CEE-D496-219CCE7E5F0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374"/>
          <a:stretch>
            <a:fillRect/>
          </a:stretch>
        </p:blipFill>
        <p:spPr>
          <a:xfrm>
            <a:off x="5029203" y="609080"/>
            <a:ext cx="3335993" cy="3925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82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4B3C7-66DA-E5FD-81AB-ABCB4DB571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luminescence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86DA7C-38F7-5E93-7B04-EE3FF35EBD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369220"/>
            <a:ext cx="3493008" cy="3263503"/>
          </a:xfrm>
        </p:spPr>
        <p:txBody>
          <a:bodyPr/>
          <a:lstStyle/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34E61F0-F284-F345-BA5A-EF3D7B1491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9670" y="14"/>
            <a:ext cx="4934331" cy="514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7763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CD1311-E57D-47EB-B546-80B4832D0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30.04.2026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70E89C-9D49-7388-28DC-1659B4837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meeting with Michaela</a:t>
            </a:r>
          </a:p>
          <a:p>
            <a:r>
              <a:rPr lang="en-US" dirty="0"/>
              <a:t>structure of schema:</a:t>
            </a:r>
          </a:p>
          <a:p>
            <a:pPr lvl="1"/>
            <a:r>
              <a:rPr lang="en-US" dirty="0"/>
              <a:t>synthesis</a:t>
            </a:r>
          </a:p>
          <a:p>
            <a:pPr lvl="1"/>
            <a:r>
              <a:rPr lang="en-US" dirty="0"/>
              <a:t>refinement</a:t>
            </a:r>
          </a:p>
          <a:p>
            <a:pPr lvl="1"/>
            <a:r>
              <a:rPr lang="en-US" dirty="0"/>
              <a:t>characterization</a:t>
            </a:r>
          </a:p>
          <a:p>
            <a:r>
              <a:rPr lang="en-US" dirty="0"/>
              <a:t>excel sheet of chemicals used in the lab</a:t>
            </a:r>
          </a:p>
        </p:txBody>
      </p:sp>
    </p:spTree>
    <p:extLst>
      <p:ext uri="{BB962C8B-B14F-4D97-AF65-F5344CB8AC3E}">
        <p14:creationId xmlns:p14="http://schemas.microsoft.com/office/powerpoint/2010/main" val="31748103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FF5426-AD51-7625-43C7-E524225BEF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9FDB7-54FF-6AFA-9FCB-4F9026594E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19E4B3-E9A3-2304-3264-683188FAB4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47451"/>
            <a:ext cx="9144000" cy="40485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2041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27C49E-EA19-18EF-327E-B51D0A672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278B0-A403-7268-D411-8F39D637A3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D79097-81B8-4A42-FF8E-7E38091B27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66551"/>
            <a:ext cx="9144000" cy="3810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7126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0561FE-4012-6431-CE59-0C96E36BA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3B38B-B65E-AE13-1040-9A556ED1A8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CDC2DC-FAD2-ACD0-CC0A-3241B5EDA2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58611"/>
            <a:ext cx="9144000" cy="3826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15046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F6BB21-85C0-41EB-67D9-52A6FC9B7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21.05.2026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1045E5-43FA-EC3B-C71D-10A3B0624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little issues with Nomad Oasis updates</a:t>
            </a:r>
          </a:p>
          <a:p>
            <a:r>
              <a:rPr lang="en-US" dirty="0"/>
              <a:t>schema for Michaela now has functional:</a:t>
            </a:r>
          </a:p>
          <a:p>
            <a:pPr lvl="1"/>
            <a:r>
              <a:rPr lang="en-US" dirty="0"/>
              <a:t>XRD in Q (some issue I haven’t figured out yet)</a:t>
            </a:r>
          </a:p>
          <a:p>
            <a:pPr lvl="1"/>
            <a:r>
              <a:rPr lang="en-US" dirty="0"/>
              <a:t>DLS measurement</a:t>
            </a:r>
          </a:p>
          <a:p>
            <a:pPr lvl="1"/>
            <a:r>
              <a:rPr lang="en-US" dirty="0"/>
              <a:t>IR measurement</a:t>
            </a:r>
          </a:p>
          <a:p>
            <a:r>
              <a:rPr lang="en-US" dirty="0"/>
              <a:t>remaining:</a:t>
            </a:r>
          </a:p>
          <a:p>
            <a:pPr lvl="1"/>
            <a:r>
              <a:rPr lang="en-US" dirty="0"/>
              <a:t>UV-VIS (in progress)</a:t>
            </a:r>
          </a:p>
          <a:p>
            <a:pPr lvl="1"/>
            <a:r>
              <a:rPr lang="en-US" dirty="0"/>
              <a:t>Raman </a:t>
            </a:r>
          </a:p>
        </p:txBody>
      </p:sp>
    </p:spTree>
    <p:extLst>
      <p:ext uri="{BB962C8B-B14F-4D97-AF65-F5344CB8AC3E}">
        <p14:creationId xmlns:p14="http://schemas.microsoft.com/office/powerpoint/2010/main" val="6427405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B00BA-7684-D0B1-26E7-48392922ED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A768867-180A-C9E8-92DB-245571C345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0354"/>
            <a:ext cx="9144000" cy="4322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0191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7673C9-B540-33D2-5DB2-912A455EFC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141F5-A061-577C-DA96-CA85B6BF8E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2028"/>
            <a:ext cx="9144000" cy="43394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927303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DE6916-C004-0776-BBD9-E6CF3ACC2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632155-43AA-1722-3996-D5B5AAA03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1104"/>
            <a:ext cx="9144000" cy="428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503993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27BE3-277E-D5AE-4E29-77A763691B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10.06.2026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C0AB38-BBE5-6E16-B77F-9ECC1BD0F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XRD figure is now correct</a:t>
            </a:r>
          </a:p>
          <a:p>
            <a:r>
              <a:rPr lang="en-US" dirty="0"/>
              <a:t>each reference file to have its own alpha??</a:t>
            </a:r>
          </a:p>
          <a:p>
            <a:r>
              <a:rPr lang="en-US" dirty="0"/>
              <a:t>UV-VIS also implemented</a:t>
            </a:r>
          </a:p>
          <a:p>
            <a:r>
              <a:rPr lang="en-US" dirty="0"/>
              <a:t>waiting for chemical list and Raman from Michaela 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37818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6BEA4-5E44-EE6A-61E0-41CC61C60C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1F75A3-0851-5BB1-7F90-C49E467EB3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3C9AD2B-0ED2-A13C-5D1D-1AFD0984DC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27693"/>
            <a:ext cx="9144000" cy="3888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39215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3F9593-E348-EAED-BF90-CC61AC25A8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AB6175-C0B3-6FA2-68B8-D6E6E35D9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44B3BB-D89C-160B-613A-B7EAEEE13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4409" y="0"/>
            <a:ext cx="4915182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23897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406069-9A81-7FEE-18BA-7A5E4B8767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F9A454-3964-14C7-D23E-F67D8584477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1282" y="1268016"/>
            <a:ext cx="3901436" cy="326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8086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6812</TotalTime>
  <Words>364</Words>
  <Application>Microsoft Office PowerPoint</Application>
  <PresentationFormat>On-screen Show (16:9)</PresentationFormat>
  <Paragraphs>67</Paragraphs>
  <Slides>21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NOMAD progress slides</vt:lpstr>
      <vt:lpstr>NOMAD Oasis</vt:lpstr>
      <vt:lpstr>27.01.2026</vt:lpstr>
      <vt:lpstr>26.02.2026</vt:lpstr>
      <vt:lpstr>26.02.2026</vt:lpstr>
      <vt:lpstr>26.02.2026</vt:lpstr>
      <vt:lpstr>12.03.2026</vt:lpstr>
      <vt:lpstr>09.04.2026</vt:lpstr>
      <vt:lpstr>luminescence</vt:lpstr>
      <vt:lpstr>30.04.2026</vt:lpstr>
      <vt:lpstr>PowerPoint Presentation</vt:lpstr>
      <vt:lpstr>PowerPoint Presentation</vt:lpstr>
      <vt:lpstr>PowerPoint Presentation</vt:lpstr>
      <vt:lpstr>21.05.2026</vt:lpstr>
      <vt:lpstr>PowerPoint Presentation</vt:lpstr>
      <vt:lpstr>PowerPoint Presentation</vt:lpstr>
      <vt:lpstr>PowerPoint Presentation</vt:lpstr>
      <vt:lpstr>10.06.2026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Štěpánka Lanková</dc:creator>
  <cp:lastModifiedBy>Štěpánka Lanková</cp:lastModifiedBy>
  <cp:revision>1</cp:revision>
  <cp:lastPrinted>2026-05-21T16:29:05Z</cp:lastPrinted>
  <dcterms:created xsi:type="dcterms:W3CDTF">2025-11-11T11:41:35Z</dcterms:created>
  <dcterms:modified xsi:type="dcterms:W3CDTF">2026-07-23T09:20:30Z</dcterms:modified>
</cp:coreProperties>
</file>